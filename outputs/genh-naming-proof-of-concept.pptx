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2972b397884d91" /><Relationship Type="http://schemas.openxmlformats.org/officeDocument/2006/relationships/extended-properties" Target="/docProps/app.xml" Id="Rd0b6f67bc7064942" /><Relationship Type="http://schemas.openxmlformats.org/officeDocument/2006/relationships/officeDocument" Target="/ppt/presentation.xml" Id="R2b1d1567d4b14f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fd53c5c936403b"/>
  </p:sldMasterIdLst>
  <p:notesMasterIdLst>
    <p:notesMasterId xmlns:r="http://schemas.openxmlformats.org/officeDocument/2006/relationships" r:id="R2f683a1887d747a2"/>
  </p:notesMasterIdLst>
  <p:sldIdLst>
    <p:sldId xmlns:r="http://schemas.openxmlformats.org/officeDocument/2006/relationships" id="256" r:id="R8c353ad95ab94506"/>
    <p:sldId xmlns:r="http://schemas.openxmlformats.org/officeDocument/2006/relationships" id="257" r:id="Rc97f6b8fff9347f8"/>
    <p:sldId xmlns:r="http://schemas.openxmlformats.org/officeDocument/2006/relationships" id="258" r:id="R5dc31e8570404e85"/>
    <p:sldId xmlns:r="http://schemas.openxmlformats.org/officeDocument/2006/relationships" id="259" r:id="Rbaa12b16d82c4c2c"/>
    <p:sldId xmlns:r="http://schemas.openxmlformats.org/officeDocument/2006/relationships" id="260" r:id="R7a8e8333392d4e83"/>
    <p:sldId xmlns:r="http://schemas.openxmlformats.org/officeDocument/2006/relationships" id="261" r:id="R38d3a309fdb84270"/>
    <p:sldId xmlns:r="http://schemas.openxmlformats.org/officeDocument/2006/relationships" id="262" r:id="Rad3162fbbfcd4148"/>
    <p:sldId xmlns:r="http://schemas.openxmlformats.org/officeDocument/2006/relationships" id="263" r:id="R2e4a677780db4b3b"/>
    <p:sldId xmlns:r="http://schemas.openxmlformats.org/officeDocument/2006/relationships" id="264" r:id="Rf1d0499a326748b0"/>
    <p:sldId xmlns:r="http://schemas.openxmlformats.org/officeDocument/2006/relationships" id="265" r:id="Rcf417290f4fd46ef"/>
    <p:sldId xmlns:r="http://schemas.openxmlformats.org/officeDocument/2006/relationships" id="266" r:id="R3ca8598664674df8"/>
    <p:sldId xmlns:r="http://schemas.openxmlformats.org/officeDocument/2006/relationships" id="267" r:id="R88376a497bdc460b"/>
    <p:sldId xmlns:r="http://schemas.openxmlformats.org/officeDocument/2006/relationships" id="268" r:id="R2778b31ccef34ec4"/>
    <p:sldId xmlns:r="http://schemas.openxmlformats.org/officeDocument/2006/relationships" id="269" r:id="Re331171e7acf4866"/>
    <p:sldId xmlns:r="http://schemas.openxmlformats.org/officeDocument/2006/relationships" id="270" r:id="Rf539c341128c41e7"/>
    <p:sldId xmlns:r="http://schemas.openxmlformats.org/officeDocument/2006/relationships" id="271" r:id="R1889ec8072664b4a"/>
    <p:sldId xmlns:r="http://schemas.openxmlformats.org/officeDocument/2006/relationships" id="272" r:id="R469fa5bc7f584e35"/>
    <p:sldId xmlns:r="http://schemas.openxmlformats.org/officeDocument/2006/relationships" id="273" r:id="R1d431126c78f429c"/>
    <p:sldId xmlns:r="http://schemas.openxmlformats.org/officeDocument/2006/relationships" id="274" r:id="R7b321cac3e544c84"/>
    <p:sldId xmlns:r="http://schemas.openxmlformats.org/officeDocument/2006/relationships" id="275" r:id="R750827c8fa33475f"/>
    <p:sldId xmlns:r="http://schemas.openxmlformats.org/officeDocument/2006/relationships" id="276" r:id="R63d2f8afff0c4af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b129ad08754032" /><Relationship Type="http://schemas.openxmlformats.org/officeDocument/2006/relationships/slideMaster" Target="/ppt/slideMasters/slideMaster1.xml" Id="Rc4fd53c5c936403b" /><Relationship Type="http://schemas.openxmlformats.org/officeDocument/2006/relationships/notesMaster" Target="/ppt/notesMasters/notesMaster1.xml" Id="R2f683a1887d747a2" /><Relationship Type="http://schemas.openxmlformats.org/officeDocument/2006/relationships/presProps" Target="/ppt/presProps.xml" Id="R4fb8f8e2038d4a90" /><Relationship Type="http://schemas.openxmlformats.org/officeDocument/2006/relationships/tableStyles" Target="/ppt/tableStyles.xml" Id="R89f6355983e04fe9" /><Relationship Type="http://schemas.openxmlformats.org/officeDocument/2006/relationships/slide" Target="/ppt/slides/slide1.xml" Id="R8c353ad95ab94506" /><Relationship Type="http://schemas.openxmlformats.org/officeDocument/2006/relationships/slide" Target="/ppt/slides/slide2.xml" Id="Rc97f6b8fff9347f8" /><Relationship Type="http://schemas.openxmlformats.org/officeDocument/2006/relationships/slide" Target="/ppt/slides/slide3.xml" Id="R5dc31e8570404e85" /><Relationship Type="http://schemas.openxmlformats.org/officeDocument/2006/relationships/slide" Target="/ppt/slides/slide4.xml" Id="Rbaa12b16d82c4c2c" /><Relationship Type="http://schemas.openxmlformats.org/officeDocument/2006/relationships/slide" Target="/ppt/slides/slide5.xml" Id="R7a8e8333392d4e83" /><Relationship Type="http://schemas.openxmlformats.org/officeDocument/2006/relationships/slide" Target="/ppt/slides/slide6.xml" Id="R38d3a309fdb84270" /><Relationship Type="http://schemas.openxmlformats.org/officeDocument/2006/relationships/slide" Target="/ppt/slides/slide7.xml" Id="Rad3162fbbfcd4148" /><Relationship Type="http://schemas.openxmlformats.org/officeDocument/2006/relationships/slide" Target="/ppt/slides/slide8.xml" Id="R2e4a677780db4b3b" /><Relationship Type="http://schemas.openxmlformats.org/officeDocument/2006/relationships/slide" Target="/ppt/slides/slide9.xml" Id="Rf1d0499a326748b0" /><Relationship Type="http://schemas.openxmlformats.org/officeDocument/2006/relationships/slide" Target="/ppt/slides/slide10.xml" Id="Rcf417290f4fd46ef" /><Relationship Type="http://schemas.openxmlformats.org/officeDocument/2006/relationships/slide" Target="/ppt/slides/slide11.xml" Id="R3ca8598664674df8" /><Relationship Type="http://schemas.openxmlformats.org/officeDocument/2006/relationships/slide" Target="/ppt/slides/slide12.xml" Id="R88376a497bdc460b" /><Relationship Type="http://schemas.openxmlformats.org/officeDocument/2006/relationships/slide" Target="/ppt/slides/slide13.xml" Id="R2778b31ccef34ec4" /><Relationship Type="http://schemas.openxmlformats.org/officeDocument/2006/relationships/slide" Target="/ppt/slides/slide14.xml" Id="Re331171e7acf4866" /><Relationship Type="http://schemas.openxmlformats.org/officeDocument/2006/relationships/slide" Target="/ppt/slides/slide15.xml" Id="Rf539c341128c41e7" /><Relationship Type="http://schemas.openxmlformats.org/officeDocument/2006/relationships/slide" Target="/ppt/slides/slide16.xml" Id="R1889ec8072664b4a" /><Relationship Type="http://schemas.openxmlformats.org/officeDocument/2006/relationships/slide" Target="/ppt/slides/slide17.xml" Id="R469fa5bc7f584e35" /><Relationship Type="http://schemas.openxmlformats.org/officeDocument/2006/relationships/slide" Target="/ppt/slides/slide18.xml" Id="R1d431126c78f429c" /><Relationship Type="http://schemas.openxmlformats.org/officeDocument/2006/relationships/slide" Target="/ppt/slides/slide19.xml" Id="R7b321cac3e544c84" /><Relationship Type="http://schemas.openxmlformats.org/officeDocument/2006/relationships/slide" Target="/ppt/slides/slide20.xml" Id="R750827c8fa33475f" /><Relationship Type="http://schemas.openxmlformats.org/officeDocument/2006/relationships/slide" Target="/ppt/slides/slide21.xml" Id="R63d2f8afff0c4a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040237c4c141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715156d21c4354" /><Relationship Type="http://schemas.openxmlformats.org/officeDocument/2006/relationships/notesMaster" Target="/ppt/notesMasters/notesMaster1.xml" Id="R3c2dcb54f75748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1aa7f567f54653" /><Relationship Type="http://schemas.openxmlformats.org/officeDocument/2006/relationships/notesMaster" Target="/ppt/notesMasters/notesMaster1.xml" Id="R1cbe9e2b17ff47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31ed3be2764ab4" /><Relationship Type="http://schemas.openxmlformats.org/officeDocument/2006/relationships/notesMaster" Target="/ppt/notesMasters/notesMaster1.xml" Id="R6039080253c54e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6b57ed968f4e97" /><Relationship Type="http://schemas.openxmlformats.org/officeDocument/2006/relationships/notesMaster" Target="/ppt/notesMasters/notesMaster1.xml" Id="R56301b62d6aa47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b81e16c694457a" /><Relationship Type="http://schemas.openxmlformats.org/officeDocument/2006/relationships/notesMaster" Target="/ppt/notesMasters/notesMaster1.xml" Id="R1b2daa5cb59a4b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ebef8a698c454b" /><Relationship Type="http://schemas.openxmlformats.org/officeDocument/2006/relationships/notesMaster" Target="/ppt/notesMasters/notesMaster1.xml" Id="Rc7b7cd9457c342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6ce44920e54d51" /><Relationship Type="http://schemas.openxmlformats.org/officeDocument/2006/relationships/notesMaster" Target="/ppt/notesMasters/notesMaster1.xml" Id="R711725524e2b43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79a06c2b04463b" /><Relationship Type="http://schemas.openxmlformats.org/officeDocument/2006/relationships/notesMaster" Target="/ppt/notesMasters/notesMaster1.xml" Id="Rea1a3f1b807842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ea28a1d84f4d93" /><Relationship Type="http://schemas.openxmlformats.org/officeDocument/2006/relationships/notesMaster" Target="/ppt/notesMasters/notesMaster1.xml" Id="R95db85e6625b42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381c17e4684db8" /><Relationship Type="http://schemas.openxmlformats.org/officeDocument/2006/relationships/notesMaster" Target="/ppt/notesMasters/notesMaster1.xml" Id="R3e1c879220f548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99ce8f9cb74915" /><Relationship Type="http://schemas.openxmlformats.org/officeDocument/2006/relationships/notesMaster" Target="/ppt/notesMasters/notesMaster1.xml" Id="R3c87996eafa445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fdef97faa64f6b" /><Relationship Type="http://schemas.openxmlformats.org/officeDocument/2006/relationships/notesMaster" Target="/ppt/notesMasters/notesMaster1.xml" Id="R7cdb93f3df5243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69156bb88e47fc" /><Relationship Type="http://schemas.openxmlformats.org/officeDocument/2006/relationships/notesMaster" Target="/ppt/notesMasters/notesMaster1.xml" Id="Rc5923c22127f4c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67c5b39e244481" /><Relationship Type="http://schemas.openxmlformats.org/officeDocument/2006/relationships/notesMaster" Target="/ppt/notesMasters/notesMaster1.xml" Id="Rdc1d303ea46749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2f79f7261f4e83" /><Relationship Type="http://schemas.openxmlformats.org/officeDocument/2006/relationships/notesMaster" Target="/ppt/notesMasters/notesMaster1.xml" Id="R3253f7c1f08f47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218914a8424880" /><Relationship Type="http://schemas.openxmlformats.org/officeDocument/2006/relationships/notesMaster" Target="/ppt/notesMasters/notesMaster1.xml" Id="Rdc866014185d45f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395829e4e940ef" /><Relationship Type="http://schemas.openxmlformats.org/officeDocument/2006/relationships/notesMaster" Target="/ppt/notesMasters/notesMaster1.xml" Id="R1b3ee33772444a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8d84b320314f5e" /><Relationship Type="http://schemas.openxmlformats.org/officeDocument/2006/relationships/notesMaster" Target="/ppt/notesMasters/notesMaster1.xml" Id="Ra87a7af921b6445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a0483c38774750" /><Relationship Type="http://schemas.openxmlformats.org/officeDocument/2006/relationships/notesMaster" Target="/ppt/notesMasters/notesMaster1.xml" Id="Rfc3593ac3f984e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6694721b0d4b00" /><Relationship Type="http://schemas.openxmlformats.org/officeDocument/2006/relationships/notesMaster" Target="/ppt/notesMasters/notesMaster1.xml" Id="Rfd69b29984a74b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da0eb817a8244b1" /><Relationship Type="http://schemas.openxmlformats.org/officeDocument/2006/relationships/notesMaster" Target="/ppt/notesMasters/notesMaster1.xml" Id="R2316f75c52db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2183e4fe34a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2564f3af304111" /><Relationship Type="http://schemas.openxmlformats.org/officeDocument/2006/relationships/slideLayout" Target="/ppt/slideLayouts/slideLayout1.xml" Id="Re033d129eb2545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33d129eb2545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faf15fd12408f" /><Relationship Type="http://schemas.openxmlformats.org/officeDocument/2006/relationships/image" Target="/ppt/media/image.jpeg" Id="R02826095fa544b18" /><Relationship Type="http://schemas.openxmlformats.org/officeDocument/2006/relationships/notesSlide" Target="/ppt/notesSlides/notesSlide1.xml" Id="R2423024aa10742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cb8fa9614475e" /><Relationship Type="http://schemas.openxmlformats.org/officeDocument/2006/relationships/image" Target="/ppt/media/image2.jpeg" Id="R2763172f32ab4d27" /><Relationship Type="http://schemas.openxmlformats.org/officeDocument/2006/relationships/notesSlide" Target="/ppt/notesSlides/notesSlide2.xml" Id="Rb1fa2eb3a8a24e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13934aaf94397" /><Relationship Type="http://schemas.openxmlformats.org/officeDocument/2006/relationships/image" Target="/ppt/media/image3.jpeg" Id="R058b68a80b2a4e69" /><Relationship Type="http://schemas.openxmlformats.org/officeDocument/2006/relationships/notesSlide" Target="/ppt/notesSlides/notesSlide3.xml" Id="Ra2d6bd16181845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ef45837c0460c" /><Relationship Type="http://schemas.openxmlformats.org/officeDocument/2006/relationships/image" Target="/ppt/media/image4.jpeg" Id="Rebd473d4b2604b85" /><Relationship Type="http://schemas.openxmlformats.org/officeDocument/2006/relationships/notesSlide" Target="/ppt/notesSlides/notesSlide4.xml" Id="R7b4d1274a0a142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41a7c614c4f9a" /><Relationship Type="http://schemas.openxmlformats.org/officeDocument/2006/relationships/image" Target="/ppt/media/image5.jpeg" Id="R009f57adf08341a2" /><Relationship Type="http://schemas.openxmlformats.org/officeDocument/2006/relationships/notesSlide" Target="/ppt/notesSlides/notesSlide5.xml" Id="Rd769da0078f946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b3b252f644dc7" /><Relationship Type="http://schemas.openxmlformats.org/officeDocument/2006/relationships/image" Target="/ppt/media/image6.jpeg" Id="Rbd0f3bf51e2646c1" /><Relationship Type="http://schemas.openxmlformats.org/officeDocument/2006/relationships/notesSlide" Target="/ppt/notesSlides/notesSlide6.xml" Id="R3ec051aae2e64a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adbf00a014ba8" /><Relationship Type="http://schemas.openxmlformats.org/officeDocument/2006/relationships/image" Target="/ppt/media/image7.jpeg" Id="Rebc00480ce374f3f" /><Relationship Type="http://schemas.openxmlformats.org/officeDocument/2006/relationships/notesSlide" Target="/ppt/notesSlides/notesSlide7.xml" Id="Rb3714e5075e741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29e7798f04713" /><Relationship Type="http://schemas.openxmlformats.org/officeDocument/2006/relationships/image" Target="/ppt/media/image8.jpeg" Id="R2bd7e8fd7c13440d" /><Relationship Type="http://schemas.openxmlformats.org/officeDocument/2006/relationships/notesSlide" Target="/ppt/notesSlides/notesSlide8.xml" Id="Ra771d7b0153a40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1473a53cb4499" /><Relationship Type="http://schemas.openxmlformats.org/officeDocument/2006/relationships/image" Target="/ppt/media/image9.jpeg" Id="R1a5ed1f7ab4f4195" /><Relationship Type="http://schemas.openxmlformats.org/officeDocument/2006/relationships/notesSlide" Target="/ppt/notesSlides/notesSlide9.xml" Id="Re220075ff70747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13882df0e47df" /><Relationship Type="http://schemas.openxmlformats.org/officeDocument/2006/relationships/image" Target="/ppt/media/image10.jpeg" Id="R334c9c6b3ae34f47" /><Relationship Type="http://schemas.openxmlformats.org/officeDocument/2006/relationships/notesSlide" Target="/ppt/notesSlides/notesSlide10.xml" Id="Rda642855808d43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9181db9f14b45" /><Relationship Type="http://schemas.openxmlformats.org/officeDocument/2006/relationships/image" Target="/ppt/media/image11.jpeg" Id="Re9d7cd5a4b884817" /><Relationship Type="http://schemas.openxmlformats.org/officeDocument/2006/relationships/notesSlide" Target="/ppt/notesSlides/notesSlide11.xml" Id="R9b4d7372836040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7a5e85cac4c56" /><Relationship Type="http://schemas.openxmlformats.org/officeDocument/2006/relationships/image" Target="/ppt/media/image12.jpeg" Id="R0248ba32a6ea401d" /><Relationship Type="http://schemas.openxmlformats.org/officeDocument/2006/relationships/notesSlide" Target="/ppt/notesSlides/notesSlide12.xml" Id="R9052f6a5d40545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acffd1f1d4ab5" /><Relationship Type="http://schemas.openxmlformats.org/officeDocument/2006/relationships/image" Target="/ppt/media/image13.jpeg" Id="Rbd3e1e833d2b4567" /><Relationship Type="http://schemas.openxmlformats.org/officeDocument/2006/relationships/notesSlide" Target="/ppt/notesSlides/notesSlide13.xml" Id="R70a2e491af9046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11029b8634da3" /><Relationship Type="http://schemas.openxmlformats.org/officeDocument/2006/relationships/image" Target="/ppt/media/image14.jpeg" Id="Rc808dc05beff49f9" /><Relationship Type="http://schemas.openxmlformats.org/officeDocument/2006/relationships/notesSlide" Target="/ppt/notesSlides/notesSlide14.xml" Id="Ra36e4a644c9948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8120beb16436d" /><Relationship Type="http://schemas.openxmlformats.org/officeDocument/2006/relationships/image" Target="/ppt/media/image15.jpeg" Id="R574c19c8f73c482e" /><Relationship Type="http://schemas.openxmlformats.org/officeDocument/2006/relationships/notesSlide" Target="/ppt/notesSlides/notesSlide15.xml" Id="R754927e9232949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00f7bfec04296" /><Relationship Type="http://schemas.openxmlformats.org/officeDocument/2006/relationships/image" Target="/ppt/media/image16.jpeg" Id="R609662e1900d4bb7" /><Relationship Type="http://schemas.openxmlformats.org/officeDocument/2006/relationships/notesSlide" Target="/ppt/notesSlides/notesSlide16.xml" Id="Rf92d1d710df14b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30992e1fe4cd7" /><Relationship Type="http://schemas.openxmlformats.org/officeDocument/2006/relationships/image" Target="/ppt/media/image17.jpeg" Id="Rdac57f90d17843ea" /><Relationship Type="http://schemas.openxmlformats.org/officeDocument/2006/relationships/notesSlide" Target="/ppt/notesSlides/notesSlide17.xml" Id="Rd024797118c549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c891278bd44e9" /><Relationship Type="http://schemas.openxmlformats.org/officeDocument/2006/relationships/image" Target="/ppt/media/image18.jpeg" Id="Rb9dc97f345e442a5" /><Relationship Type="http://schemas.openxmlformats.org/officeDocument/2006/relationships/notesSlide" Target="/ppt/notesSlides/notesSlide18.xml" Id="R62ce3d165a744e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b54e966934610" /><Relationship Type="http://schemas.openxmlformats.org/officeDocument/2006/relationships/image" Target="/ppt/media/image19.jpeg" Id="Re5ffbcb1e313422a" /><Relationship Type="http://schemas.openxmlformats.org/officeDocument/2006/relationships/notesSlide" Target="/ppt/notesSlides/notesSlide19.xml" Id="Rc3963cc1e1fa43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dfd9652844640" /><Relationship Type="http://schemas.openxmlformats.org/officeDocument/2006/relationships/image" Target="/ppt/media/image20.jpeg" Id="Rbc4a7d4634444462" /><Relationship Type="http://schemas.openxmlformats.org/officeDocument/2006/relationships/notesSlide" Target="/ppt/notesSlides/notesSlide20.xml" Id="R767a7da3c79849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3f811482a42bb" /><Relationship Type="http://schemas.openxmlformats.org/officeDocument/2006/relationships/image" Target="/ppt/media/image21.jpeg" Id="R862657b72aba405e" /><Relationship Type="http://schemas.openxmlformats.org/officeDocument/2006/relationships/notesSlide" Target="/ppt/notesSlides/notesSlide21.xml" Id="Rc5df1a761b9149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26095fa544b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52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3172f32ab4d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218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b68a80b2a4e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5370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473d4b2604b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08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f57adf08341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179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f3bf51e2646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549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00480ce374f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50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7e8fd7c1344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4461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ed1f7ab4f41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942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c9c6b3ae34f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335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7cd5a4b8848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1364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8ba32a6ea40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99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e1e833d2b45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50472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8dc05beff49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491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c19c8f73c48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839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662e1900d4b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78106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57f90d17843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41561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c97f345e442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9262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fbcb1e31342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7958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a7d46344444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0927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657b72aba40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98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2026-07-11T07:06:04.8380000Z</dcterms:created>
  <dcterms:modified xsi:type="dcterms:W3CDTF">2026-07-11T07:06:04.8380000Z</dcterms:modified>
</coreProperties>
</file>